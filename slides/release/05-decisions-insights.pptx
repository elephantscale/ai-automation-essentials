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78" d="100"/>
          <a:sy n="78" d="100"/>
        </p:scale>
        <p:origin x="3640" y="480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File Analysis, Dashboard Reading &amp; Executive Briefs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Reports</a:t>
            </a:r>
          </a:p>
          <a:p>
            <a:r>
              <a:t> Transcripts</a:t>
            </a:r>
          </a:p>
          <a:p>
            <a:r>
              <a:t> Spreadsheets</a:t>
            </a:r>
          </a:p>
          <a:p>
            <a:r>
              <a:t> Dashboards</a:t>
            </a:r>
          </a:p>
          <a:p>
            <a:r>
              <a:t> Decisions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950" y="64349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AI is your analyst, not your decision-maker.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Working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Work from the source</a:t>
            </a:r>
          </a:p>
          <a:p>
            <a:r>
              <a:t> Show the evidence</a:t>
            </a:r>
          </a:p>
          <a:p>
            <a:r>
              <a:t> Flag uncertainty</a:t>
            </a:r>
          </a:p>
          <a:p>
            <a:r>
              <a:t> Verify numbers</a:t>
            </a:r>
          </a:p>
          <a:p>
            <a:r>
              <a:t> Keep the human decision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65111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Every claim needs a receipt.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Document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Summarize</a:t>
            </a:r>
          </a:p>
          <a:p>
            <a:r>
              <a:t> Extract</a:t>
            </a:r>
          </a:p>
          <a:p>
            <a:r>
              <a:t> Compare</a:t>
            </a:r>
          </a:p>
          <a:p>
            <a:r>
              <a:t> Classify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329" y="3488531"/>
            <a:ext cx="6807200" cy="1320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7100742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Different verbs need different prompts.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Summarize With a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Length</a:t>
            </a:r>
          </a:p>
          <a:p>
            <a:r>
              <a:t> Audience</a:t>
            </a:r>
          </a:p>
          <a:p>
            <a:r>
              <a:t> Focus</a:t>
            </a:r>
          </a:p>
          <a:p>
            <a:r>
              <a:t> Exclusions</a:t>
            </a:r>
          </a:p>
          <a:p>
            <a:r>
              <a:t> Source boundary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4104"/>
            <a:ext cx="9398000" cy="1854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7607" y="6793680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Same document, different reader, different summary.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Transcripts Are Messy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Filler</a:t>
            </a:r>
          </a:p>
          <a:p>
            <a:r>
              <a:t> Crosstalk</a:t>
            </a:r>
          </a:p>
          <a:p>
            <a:r>
              <a:t> Repetition</a:t>
            </a:r>
          </a:p>
          <a:p>
            <a:r>
              <a:t> Half-finished thoughts</a:t>
            </a:r>
          </a:p>
          <a:p>
            <a:r>
              <a:t> Missing owners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6531"/>
            <a:ext cx="9398000" cy="1854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174390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value is cutting noise while keeping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Extract, Don't Summarize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Action items</a:t>
            </a:r>
          </a:p>
          <a:p>
            <a:r>
              <a:t> Dates</a:t>
            </a:r>
          </a:p>
          <a:p>
            <a:r>
              <a:t> Owners</a:t>
            </a:r>
          </a:p>
          <a:p>
            <a:r>
              <a:t> Amounts</a:t>
            </a:r>
          </a:p>
          <a:p>
            <a:r>
              <a:t> Obligations</a:t>
            </a:r>
          </a:p>
          <a:p>
            <a:r>
              <a:t> Source quote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" y="4584535"/>
            <a:ext cx="9339943" cy="11454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657" y="725649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Extraction turns text into rows.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 — Meeting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Source:</a:t>
            </a:r>
            <a:r>
              <a:rPr dirty="0">
                <a:latin typeface="Courier New"/>
              </a:rPr>
              <a:t> labs/assets/sample-meeting-</a:t>
            </a:r>
            <a:r>
              <a:rPr dirty="0" err="1">
                <a:latin typeface="Courier New"/>
              </a:rPr>
              <a:t>notes.md</a:t>
            </a:r>
            <a:endParaRPr dirty="0">
              <a:latin typeface="Courier New"/>
            </a:endParaRPr>
          </a:p>
          <a:p>
            <a:endParaRPr dirty="0">
              <a:latin typeface="Courier New"/>
            </a:endParaRPr>
          </a:p>
          <a:p>
            <a:endParaRPr lang="en-US" dirty="0">
              <a:latin typeface="Courier New"/>
            </a:endParaRPr>
          </a:p>
          <a:p>
            <a:endParaRPr lang="en-US" dirty="0">
              <a:latin typeface="Courier New"/>
            </a:endParaRPr>
          </a:p>
          <a:p>
            <a:endParaRPr dirty="0">
              <a:latin typeface="Courier New"/>
            </a:endParaRPr>
          </a:p>
          <a:p>
            <a:r>
              <a:rPr dirty="0"/>
              <a:t> Open question: maintenance owner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0531"/>
            <a:ext cx="8915400" cy="11512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2164" y="694455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missing owner may be the most important finding.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 Then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Evidence first</a:t>
            </a:r>
          </a:p>
          <a:p>
            <a:r>
              <a:t> Answer second</a:t>
            </a:r>
          </a:p>
          <a:p>
            <a:r>
              <a:t> Missing data visible</a:t>
            </a:r>
          </a:p>
          <a:p>
            <a:r>
              <a:t> Faster verification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86" y="3625235"/>
            <a:ext cx="8915400" cy="10473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7607" y="7247086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Make the model show its work before it concludes.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Ignore formatting</a:t>
            </a:r>
          </a:p>
          <a:p>
            <a:r>
              <a:t> Focus on material changes</a:t>
            </a:r>
          </a:p>
          <a:p>
            <a:r>
              <a:t> Sort by risk</a:t>
            </a:r>
          </a:p>
          <a:p>
            <a:r>
              <a:t> Flag human review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657" y="3717649"/>
            <a:ext cx="9405257" cy="10916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6721" y="713315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Compare what matters, not every comma.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Classifying the Pile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Closed buckets</a:t>
            </a:r>
          </a:p>
          <a:p>
            <a:r>
              <a:t> One primary category</a:t>
            </a:r>
          </a:p>
          <a:p>
            <a:r>
              <a:t> Short reason</a:t>
            </a:r>
          </a:p>
          <a:p>
            <a:r>
              <a:t> No invented labels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" y="3664621"/>
            <a:ext cx="9356271" cy="12548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725649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Closed lists make classification reusable.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Analyzing Data, No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Sanity pass</a:t>
            </a:r>
          </a:p>
          <a:p>
            <a:r>
              <a:t> Patterns</a:t>
            </a:r>
          </a:p>
          <a:p>
            <a:r>
              <a:t> Outliers</a:t>
            </a:r>
          </a:p>
          <a:p>
            <a:r>
              <a:t> Recommended chart</a:t>
            </a:r>
          </a:p>
          <a:p>
            <a:r>
              <a:t> Caveats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8931"/>
            <a:ext cx="8483600" cy="2120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3050" y="7106185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 bad dataset makes bad insights sound polished.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 — Support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Source:</a:t>
            </a:r>
            <a:r>
              <a:rPr>
                <a:latin typeface="Courier New"/>
              </a:rPr>
              <a:t> labs/assets/sample-support-requests.csv</a:t>
            </a:r>
          </a:p>
          <a:p>
            <a:endParaRPr>
              <a:latin typeface="Courier New"/>
            </a:endParaRPr>
          </a:p>
          <a:p>
            <a:endParaRPr>
              <a:latin typeface="Courier New"/>
            </a:endParaRPr>
          </a:p>
          <a:p>
            <a:endParaRPr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8" y="2697241"/>
            <a:ext cx="9290812" cy="14516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7247086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Count first. Interpret second.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 a Messy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Standardize categories</a:t>
            </a:r>
          </a:p>
          <a:p>
            <a:r>
              <a:t> Normalize dates</a:t>
            </a:r>
          </a:p>
          <a:p>
            <a:r>
              <a:t> Normalize amounts</a:t>
            </a:r>
          </a:p>
          <a:p>
            <a:r>
              <a:t> Flag duplicates</a:t>
            </a:r>
          </a:p>
          <a:p>
            <a:r>
              <a:t> Preserve source</a:t>
            </a:r>
          </a:p>
          <a:p>
            <a:r>
              <a:t> Report assumptions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6663"/>
            <a:ext cx="9372600" cy="12962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737728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Cleaning is useful only when the gaps stay visible.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 a Dashboard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Headline metrics</a:t>
            </a:r>
          </a:p>
          <a:p>
            <a:r>
              <a:t> Chart values</a:t>
            </a:r>
          </a:p>
          <a:p>
            <a:r>
              <a:t> Visible numbers only</a:t>
            </a:r>
          </a:p>
          <a:p>
            <a:r>
              <a:t> Unclear when unclear</a:t>
            </a:r>
          </a:p>
          <a:p>
            <a:r>
              <a:t> Cross-check source data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5879"/>
            <a:ext cx="9372600" cy="12962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6721" y="732652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Image reading is convenient and fallible.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Cross-Check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Source:</a:t>
            </a:r>
            <a:r>
              <a:rPr>
                <a:latin typeface="Courier New"/>
              </a:rPr>
              <a:t> labs/assets/sample-dashboard.png</a:t>
            </a:r>
          </a:p>
          <a:p>
            <a:endParaRPr>
              <a:latin typeface="Courier New"/>
            </a:endParaRPr>
          </a:p>
          <a:p>
            <a:endParaRPr>
              <a:latin typeface="Courier New"/>
            </a:endParaRPr>
          </a:p>
          <a:p>
            <a:endParaRPr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36" y="2015331"/>
            <a:ext cx="8915400" cy="10593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3050" y="6968847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Any number that goes in a deck gets checked against the source.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&amp; Forecast Assistance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Describe first</a:t>
            </a:r>
          </a:p>
          <a:p>
            <a:r>
              <a:t> Forecast second</a:t>
            </a:r>
          </a:p>
          <a:p>
            <a:r>
              <a:t> Use a range</a:t>
            </a:r>
          </a:p>
          <a:p>
            <a:r>
              <a:t> State assumptions</a:t>
            </a:r>
          </a:p>
          <a:p>
            <a:r>
              <a:t> State confidence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3920331"/>
            <a:ext cx="9398000" cy="1320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7319426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Small data needs humility.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Trend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Weeks 1-5 are flat</a:t>
            </a:r>
          </a:p>
          <a:p>
            <a:r>
              <a:rPr dirty="0"/>
              <a:t> Week 6 is a spike</a:t>
            </a:r>
          </a:p>
          <a:p>
            <a:r>
              <a:rPr dirty="0"/>
              <a:t> Forecast: 45-80, low confidence</a:t>
            </a:r>
          </a:p>
          <a:p>
            <a:r>
              <a:rPr dirty="0"/>
              <a:t> Check what happened in Week 6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57" y="1077132"/>
            <a:ext cx="2235200" cy="1854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23075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One spike is an event, not a trend.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AI Invents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Finds patterns in noise</a:t>
            </a:r>
          </a:p>
          <a:p>
            <a:r>
              <a:t> Smooths over outliers</a:t>
            </a:r>
          </a:p>
          <a:p>
            <a:r>
              <a:t> Overstates confidence</a:t>
            </a:r>
          </a:p>
          <a:p>
            <a:r>
              <a:t> Creates fake precision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19131"/>
            <a:ext cx="9372600" cy="6234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smoother the forecast on tiny data, the more suspicious you should be.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Validate the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Count the points</a:t>
            </a:r>
          </a:p>
          <a:p>
            <a:r>
              <a:t> Find the driver</a:t>
            </a:r>
          </a:p>
          <a:p>
            <a:r>
              <a:t> Re-add the numbers</a:t>
            </a:r>
          </a:p>
          <a:p>
            <a:r>
              <a:t> Demand a range</a:t>
            </a:r>
          </a:p>
          <a:p>
            <a:r>
              <a:t> Check confidence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" y="3882151"/>
            <a:ext cx="8636000" cy="105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97429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Generating an insight is easy. Validating it is the professional skill.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Support vs.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79" y="1939131"/>
            <a:ext cx="8940107" cy="15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96993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Keep AI on the support side for consequential decisions.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Human Stays in 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Spend approval</a:t>
            </a:r>
          </a:p>
          <a:p>
            <a:r>
              <a:t> Hiring or firing</a:t>
            </a:r>
          </a:p>
          <a:p>
            <a:r>
              <a:t> Pricing</a:t>
            </a:r>
          </a:p>
          <a:p>
            <a:r>
              <a:t> Legal claims</a:t>
            </a:r>
          </a:p>
          <a:p>
            <a:r>
              <a:t> Medical advice</a:t>
            </a:r>
          </a:p>
          <a:p>
            <a:r>
              <a:t> Customer-facing commitments</a:t>
            </a:r>
          </a:p>
          <a:p>
            <a:r>
              <a:t> Irreversible actions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higher the consequence, the clearer the human checkpoint.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Briefs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Sources used</a:t>
            </a:r>
          </a:p>
          <a:p>
            <a:r>
              <a:t> Key findings</a:t>
            </a:r>
          </a:p>
          <a:p>
            <a:r>
              <a:t> Evidence</a:t>
            </a:r>
          </a:p>
          <a:p>
            <a:r>
              <a:t> Risks and caveats</a:t>
            </a:r>
          </a:p>
          <a:p>
            <a:r>
              <a:t> Recommended next actions</a:t>
            </a:r>
          </a:p>
          <a:p>
            <a:r>
              <a:t> Human decision needed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29931"/>
            <a:ext cx="8915400" cy="7283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2164" y="725252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good brief is shorter and more accountable.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Analysis — 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Name the reader</a:t>
            </a:r>
          </a:p>
          <a:p>
            <a:r>
              <a:t> Extract fields when you need rows</a:t>
            </a:r>
          </a:p>
          <a:p>
            <a:r>
              <a:t> Ask for source quotes</a:t>
            </a:r>
          </a:p>
          <a:p>
            <a:r>
              <a:t> Sanity-check data first</a:t>
            </a:r>
          </a:p>
          <a:p>
            <a:r>
              <a:t> Cross-check image numbers</a:t>
            </a:r>
          </a:p>
          <a:p>
            <a:r>
              <a:t> Validate trends</a:t>
            </a:r>
          </a:p>
          <a:p>
            <a:r>
              <a:t> Keep the decision human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721" y="719265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Work from the source. Show the receipts.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 Lab 05A — Real Work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ChatGPT Work</a:t>
            </a:r>
          </a:p>
          <a:p>
            <a:r>
              <a:t> Scheduled Task</a:t>
            </a:r>
          </a:p>
          <a:p>
            <a:r>
              <a:t> Pasted data snapshot</a:t>
            </a:r>
          </a:p>
          <a:p>
            <a:r>
              <a:t> Recurring executive brief</a:t>
            </a:r>
          </a:p>
          <a:p>
            <a:r>
              <a:t> Human review gate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7679"/>
            <a:ext cx="9372600" cy="4118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89809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Lab 5 teaches the analysis. Lab 5A shows it can run on a schedule.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05 - File Analysis, Dashboard Reading &amp; Executive Briefs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05.</a:t>
            </a:r>
          </a:p>
          <a:p>
            <a:r>
              <a:t> You will:</a:t>
            </a:r>
          </a:p>
          <a:p>
            <a:r>
              <a:t> Extract from sample meeting notes with source quotes.</a:t>
            </a:r>
          </a:p>
          <a:p>
            <a:r>
              <a:t> Analyze</a:t>
            </a:r>
            <a:r>
              <a:rPr>
                <a:latin typeface="Courier New"/>
              </a:rPr>
              <a:t> sample-support-requests.csv</a:t>
            </a:r>
            <a:r>
              <a:t> .</a:t>
            </a:r>
          </a:p>
          <a:p>
            <a:r>
              <a:t> Clean</a:t>
            </a:r>
            <a:r>
              <a:rPr>
                <a:latin typeface="Courier New"/>
              </a:rPr>
              <a:t> sample-vendor-invoices.csv</a:t>
            </a:r>
            <a:r>
              <a:t> .</a:t>
            </a:r>
          </a:p>
          <a:p>
            <a:r>
              <a:t> Read</a:t>
            </a:r>
            <a:r>
              <a:rPr>
                <a:latin typeface="Courier New"/>
              </a:rPr>
              <a:t> sample-dashboard.png</a:t>
            </a:r>
            <a:r>
              <a:t> and cross-check the numbers.</a:t>
            </a:r>
          </a:p>
          <a:p>
            <a:r>
              <a:t> Generate and validate a trend insight.</a:t>
            </a:r>
          </a:p>
          <a:p>
            <a:r>
              <a:t> Produce a source-backed executive brief.</a:t>
            </a:r>
          </a:p>
          <a:p>
            <a:r>
              <a:rPr b="1"/>
              <a:t> Deliverable:</a:t>
            </a:r>
            <a:r>
              <a:t> extraction table, support analysis, vendor cleanup, dashboard cross-check, trend validation, executive brief, and one sentence naming what AI supported versus what a human still decides.</a:t>
            </a:r>
          </a:p>
          <a:p>
            <a:r>
              <a:rPr b="1"/>
              <a:t> Time:</a:t>
            </a:r>
            <a:r>
              <a:t> ~45-60 min.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378298</TotalTime>
  <Words>1064</Words>
  <Application>Microsoft Macintosh PowerPoint</Application>
  <PresentationFormat>Custom</PresentationFormat>
  <Paragraphs>221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File Analysis, Dashboard Reading &amp; Executive Briefs</vt:lpstr>
      <vt:lpstr>Why This Module</vt:lpstr>
      <vt:lpstr>The Working Rule</vt:lpstr>
      <vt:lpstr>Four Document Jobs</vt:lpstr>
      <vt:lpstr>Summarize With a Purpose</vt:lpstr>
      <vt:lpstr>Transcripts Are Messy Documents</vt:lpstr>
      <vt:lpstr>Extract, Don't Summarize</vt:lpstr>
      <vt:lpstr>Worked Example — Meeting Notes</vt:lpstr>
      <vt:lpstr>Extract Then Answer</vt:lpstr>
      <vt:lpstr>Comparing Documents</vt:lpstr>
      <vt:lpstr>Classifying the Pile</vt:lpstr>
      <vt:lpstr>Analyzing Data, No Formulas</vt:lpstr>
      <vt:lpstr>Worked Example — Support CSV</vt:lpstr>
      <vt:lpstr>Clean a Messy CSV</vt:lpstr>
      <vt:lpstr>Read a Dashboard Image</vt:lpstr>
      <vt:lpstr>Dashboard Cross-Check</vt:lpstr>
      <vt:lpstr>Trend &amp; Forecast Assistance</vt:lpstr>
      <vt:lpstr>Worked Trend Example</vt:lpstr>
      <vt:lpstr>How AI Invents Trends</vt:lpstr>
      <vt:lpstr>Validate the Trend</vt:lpstr>
      <vt:lpstr>Decision Support vs. Decision-Making</vt:lpstr>
      <vt:lpstr>Where the Human Stays in Charge</vt:lpstr>
      <vt:lpstr>Executive Briefs</vt:lpstr>
      <vt:lpstr>File Analysis — Cheat Sheet</vt:lpstr>
      <vt:lpstr>Optional Lab 05A — Real Work Automation</vt:lpstr>
      <vt:lpstr>Lab 05 - File Analysis, Dashboard Reading &amp; Executive Briefs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2026-09-02T02:08:34Z</dcterms:modified>
</cp:coreProperties>
</file>