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Prompt Engineering for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Prompts for people</a:t>
            </a:r>
          </a:p>
          <a:p>
            <a:r>
              <a:rPr dirty="0"/>
              <a:t> Prompts for automation</a:t>
            </a:r>
          </a:p>
          <a:p>
            <a:r>
              <a:rPr dirty="0"/>
              <a:t> Output shape matters</a:t>
            </a:r>
          </a:p>
          <a:p>
            <a:r>
              <a:rPr dirty="0"/>
              <a:t> The next reader may be a machine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417237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prompt is the specification.</a:t>
            </a:r>
          </a:p>
        </p:txBody>
      </p:sp>
      <p:pic>
        <p:nvPicPr>
          <p:cNvPr id="6" name="Picture 5" descr="pexels-vyvan-bui-vy-van-1139609066-391746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5617784"/>
            <a:ext cx="3101911" cy="23264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Strong Prompt — Six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Role</a:t>
            </a:r>
          </a:p>
          <a:p>
            <a:r>
              <a:t> Task</a:t>
            </a:r>
          </a:p>
          <a:p>
            <a:r>
              <a:t> Context</a:t>
            </a:r>
          </a:p>
          <a:p>
            <a:r>
              <a:t> Constraints</a:t>
            </a:r>
          </a:p>
          <a:p>
            <a:r>
              <a:t> Format</a:t>
            </a:r>
          </a:p>
          <a:p>
            <a:r>
              <a:t> Examples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7" y="4183062"/>
            <a:ext cx="8915400" cy="11833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739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When output disappoints: which part did you leave to chance?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Six Parts, One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Role: lens</a:t>
            </a:r>
          </a:p>
          <a:p>
            <a:r>
              <a:t> Task: verb</a:t>
            </a:r>
          </a:p>
          <a:p>
            <a:r>
              <a:t> Context: situation</a:t>
            </a:r>
          </a:p>
          <a:p>
            <a:r>
              <a:t> Constraints: rules</a:t>
            </a:r>
          </a:p>
          <a:p>
            <a:r>
              <a:t> Format: output shape</a:t>
            </a:r>
          </a:p>
          <a:p>
            <a:r>
              <a:t> Examples: pattern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49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For automation, format and constraints do the heavy lifting.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 — Bad → Better → Best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Same task, three prompts</a:t>
            </a:r>
          </a:p>
          <a:p>
            <a:r>
              <a:rPr b="1" dirty="0"/>
              <a:t> Bad</a:t>
            </a:r>
            <a:r>
              <a:rPr dirty="0"/>
              <a:t> — everything left to chance:</a:t>
            </a:r>
          </a:p>
          <a:p>
            <a:endParaRPr lang="en-US" dirty="0"/>
          </a:p>
          <a:p>
            <a:endParaRPr dirty="0"/>
          </a:p>
          <a:p>
            <a:r>
              <a:rPr b="1" dirty="0"/>
              <a:t> Better</a:t>
            </a:r>
            <a:r>
              <a:rPr dirty="0"/>
              <a:t> — audience, output, length budget: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b="1" dirty="0"/>
              <a:t> Best</a:t>
            </a:r>
            <a:r>
              <a:rPr dirty="0"/>
              <a:t> — add a source boundary and a fallback: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092766"/>
            <a:ext cx="29972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75" y="3711256"/>
            <a:ext cx="8915400" cy="76444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" y="5653694"/>
            <a:ext cx="8915400" cy="745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"Best" Actually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Fixed shape</a:t>
            </a:r>
          </a:p>
          <a:p>
            <a:r>
              <a:t> Source-bound</a:t>
            </a:r>
          </a:p>
          <a:p>
            <a:r>
              <a:t> Fallbacks visible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918013"/>
            <a:ext cx="8915400" cy="14911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Parameters — The Dials Inside the 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Role</a:t>
            </a:r>
          </a:p>
          <a:p>
            <a:r>
              <a:t> Audience</a:t>
            </a:r>
          </a:p>
          <a:p>
            <a:r>
              <a:t> Format</a:t>
            </a:r>
          </a:p>
          <a:p>
            <a:r>
              <a:t> Length</a:t>
            </a:r>
          </a:p>
          <a:p>
            <a:r>
              <a:t> Tone</a:t>
            </a:r>
          </a:p>
          <a:p>
            <a:r>
              <a:t> Evidence</a:t>
            </a:r>
          </a:p>
          <a:p>
            <a:r>
              <a:t> Fallback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673595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Each dial removes a guess.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Role-Based Prompts for Consistent, On-Brand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Role</a:t>
            </a:r>
          </a:p>
          <a:p>
            <a:r>
              <a:t> Voice</a:t>
            </a:r>
          </a:p>
          <a:p>
            <a:r>
              <a:t> Boundaries</a:t>
            </a:r>
          </a:p>
          <a:p>
            <a:r>
              <a:t> Fallback</a:t>
            </a:r>
          </a:p>
          <a:p>
            <a:r>
              <a:t> Signature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996531"/>
            <a:ext cx="8915400" cy="11458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Separate Your Instructions From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Instructions</a:t>
            </a:r>
          </a:p>
          <a:p>
            <a:r>
              <a:t> Data</a:t>
            </a:r>
          </a:p>
          <a:p>
            <a:r>
              <a:t> Delimiters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2906054"/>
            <a:ext cx="9339263" cy="1631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for Structured Output — The Heart of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Lists</a:t>
            </a:r>
          </a:p>
          <a:p>
            <a:r>
              <a:t> Tables</a:t>
            </a:r>
          </a:p>
          <a:p>
            <a:r>
              <a:t> JSON-like fields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8551"/>
            <a:ext cx="9372600" cy="6399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Output — Make It Machine-Readable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Name every field</a:t>
            </a:r>
          </a:p>
          <a:p>
            <a:r>
              <a:t> Pin values to a closed list</a:t>
            </a:r>
          </a:p>
          <a:p>
            <a:r>
              <a:t> Return only the structure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9977"/>
            <a:ext cx="8915400" cy="17103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Say What to Do When the Assumption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Missing data</a:t>
            </a:r>
          </a:p>
          <a:p>
            <a:r>
              <a:t> Multiple asks</a:t>
            </a:r>
          </a:p>
          <a:p>
            <a:r>
              <a:t> Low confidence</a:t>
            </a:r>
          </a:p>
          <a:p>
            <a:r>
              <a:t> Human review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3095807"/>
            <a:ext cx="9109075" cy="613206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4409201"/>
            <a:ext cx="8915400" cy="5640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 It an Example or Two (Few-Shot)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Show the pattern</a:t>
            </a:r>
          </a:p>
          <a:p>
            <a:r>
              <a:t> Lock in tone</a:t>
            </a:r>
          </a:p>
          <a:p>
            <a:r>
              <a:t> Lock in format</a:t>
            </a:r>
          </a:p>
          <a:p>
            <a:r>
              <a:t> Cover edge cases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3496921"/>
            <a:ext cx="9391650" cy="14457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Grounding — Answers From the Source, Not the Guess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 only this source</a:t>
            </a:r>
          </a:p>
          <a:p>
            <a:r>
              <a:t> Quote the evidence</a:t>
            </a:r>
          </a:p>
          <a:p>
            <a:r>
              <a:t> Say when it is missing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3116652"/>
            <a:ext cx="9372600" cy="27353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Prompting — Chains and Multi-Step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job per step</a:t>
            </a:r>
          </a:p>
          <a:p>
            <a:r>
              <a:t> Structured hand-offs</a:t>
            </a:r>
          </a:p>
          <a:p>
            <a:r>
              <a:t> Easier testing</a:t>
            </a:r>
          </a:p>
          <a:p>
            <a:r>
              <a:t> Easier repair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2399"/>
            <a:ext cx="9372600" cy="12902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the Hand-Offs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Output contracts</a:t>
            </a:r>
          </a:p>
          <a:p>
            <a:r>
              <a:t> Fallback values</a:t>
            </a:r>
          </a:p>
          <a:p>
            <a:r>
              <a:t> Human gate</a:t>
            </a:r>
          </a:p>
          <a:p>
            <a:r>
              <a:t> Map before prompting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3077369"/>
            <a:ext cx="8915400" cy="10715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Chain — Support Request → Structured Draft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Input</a:t>
            </a:r>
          </a:p>
          <a:p>
            <a:r>
              <a:rPr dirty="0"/>
              <a:t> Step 1: extract</a:t>
            </a:r>
          </a:p>
          <a:p>
            <a:r>
              <a:rPr b="1" dirty="0"/>
              <a:t> Input</a:t>
            </a:r>
          </a:p>
          <a:p>
            <a:endParaRPr lang="en-US" b="1" dirty="0"/>
          </a:p>
          <a:p>
            <a:endParaRPr b="1" dirty="0"/>
          </a:p>
          <a:p>
            <a:r>
              <a:rPr b="1" dirty="0"/>
              <a:t> Step 1 — Extract</a:t>
            </a:r>
          </a:p>
          <a:p>
            <a:endParaRPr b="1" dirty="0"/>
          </a:p>
          <a:p>
            <a:endParaRPr b="1" dirty="0"/>
          </a:p>
          <a:p>
            <a:endParaRPr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394101"/>
            <a:ext cx="8915400" cy="585545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62" y="4148931"/>
            <a:ext cx="9074910" cy="14216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Chain — Steps 2 and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Step 2: classify</a:t>
            </a:r>
          </a:p>
          <a:p>
            <a:r>
              <a:rPr dirty="0"/>
              <a:t> Step 3: draft</a:t>
            </a:r>
          </a:p>
          <a:p>
            <a:r>
              <a:rPr b="1" dirty="0"/>
              <a:t> Step 2 — Classify</a:t>
            </a:r>
          </a:p>
          <a:p>
            <a:endParaRPr b="1" dirty="0"/>
          </a:p>
          <a:p>
            <a:endParaRPr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  <a:p>
            <a:r>
              <a:rPr b="1" dirty="0"/>
              <a:t> Step 3 — Draft</a:t>
            </a:r>
          </a:p>
          <a:p>
            <a:endParaRPr b="1" dirty="0"/>
          </a:p>
          <a:p>
            <a:endParaRPr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2624931"/>
            <a:ext cx="9060245" cy="178427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9" y="5215731"/>
            <a:ext cx="8915400" cy="10840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Give the Model Time to Think — Spell Out the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Extract first</a:t>
            </a:r>
          </a:p>
          <a:p>
            <a:r>
              <a:t> Identify owners</a:t>
            </a:r>
          </a:p>
          <a:p>
            <a:r>
              <a:t> Then summarize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0099"/>
            <a:ext cx="9372600" cy="12004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 It Solve Before It Judges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Solve independently</a:t>
            </a:r>
          </a:p>
          <a:p>
            <a:r>
              <a:t> Then compare</a:t>
            </a:r>
          </a:p>
          <a:p>
            <a:r>
              <a:t> Then flag differences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5007"/>
            <a:ext cx="9372600" cy="86822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Jobs Prompts Do Every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Summarize</a:t>
            </a:r>
          </a:p>
          <a:p>
            <a:r>
              <a:t> Extract</a:t>
            </a:r>
          </a:p>
          <a:p>
            <a:r>
              <a:t> Infer</a:t>
            </a:r>
          </a:p>
          <a:p>
            <a:r>
              <a:t> Transform</a:t>
            </a:r>
          </a:p>
          <a:p>
            <a:r>
              <a:t> Expand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4125737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Extract and infer drive automation.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 — Structured Meaning in One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Sentiment</a:t>
            </a:r>
          </a:p>
          <a:p>
            <a:r>
              <a:t> Emotion</a:t>
            </a:r>
          </a:p>
          <a:p>
            <a:r>
              <a:t> Entities</a:t>
            </a:r>
          </a:p>
          <a:p>
            <a:r>
              <a:t> Topics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3638272"/>
            <a:ext cx="87884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 — Keep the Human in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Draft the message</a:t>
            </a:r>
          </a:p>
          <a:p>
            <a:r>
              <a:t> Use the source details</a:t>
            </a:r>
          </a:p>
          <a:p>
            <a:r>
              <a:t> Human approves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0" y="2865437"/>
            <a:ext cx="8966810" cy="12509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the Role Once — the "System" 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Standing role</a:t>
            </a:r>
          </a:p>
          <a:p>
            <a:r>
              <a:t> Standing constraints</a:t>
            </a:r>
          </a:p>
          <a:p>
            <a:r>
              <a:t> Project instructions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8731"/>
            <a:ext cx="8915400" cy="5710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Turn a Recurring Task Into a Reusable, Parameterized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Named slots</a:t>
            </a:r>
          </a:p>
          <a:p>
            <a:r>
              <a:t> Reusable template</a:t>
            </a:r>
          </a:p>
          <a:p>
            <a:r>
              <a:t> Team asset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853531"/>
            <a:ext cx="8915400" cy="181256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Prompt-for-Automation —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Six parts</a:t>
            </a:r>
          </a:p>
          <a:p>
            <a:r>
              <a:t> Delimit data</a:t>
            </a:r>
          </a:p>
          <a:p>
            <a:r>
              <a:t> Structure output</a:t>
            </a:r>
          </a:p>
          <a:p>
            <a:r>
              <a:t> Pin values</a:t>
            </a:r>
          </a:p>
          <a:p>
            <a:r>
              <a:t> Name fallbacks</a:t>
            </a:r>
          </a:p>
          <a:p>
            <a:r>
              <a:t> Chain steps</a:t>
            </a:r>
          </a:p>
          <a:p>
            <a:r>
              <a:t> Ground in sources</a:t>
            </a:r>
          </a:p>
          <a:p>
            <a:r>
              <a:t> Parameterize repeats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5873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These are the building blocks for the lab.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Prompt Writing and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Find the missing part</a:t>
            </a:r>
          </a:p>
          <a:p>
            <a:r>
              <a:t> Add one fix</a:t>
            </a:r>
          </a:p>
          <a:p>
            <a:r>
              <a:t> Re-run</a:t>
            </a:r>
          </a:p>
          <a:p>
            <a:r>
              <a:t> Name what changed</a:t>
            </a:r>
          </a:p>
          <a:p>
            <a:r>
              <a:t> Ask what the next step needs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4166815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Diagnose, fix one thing, re-run.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02 - Build a Multi-Step Prompt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02.</a:t>
            </a:r>
          </a:p>
          <a:p>
            <a:r>
              <a:t> You will:</a:t>
            </a:r>
          </a:p>
          <a:p>
            <a:r>
              <a:t> Design a three-step chain: extract → classify → draft.</a:t>
            </a:r>
          </a:p>
          <a:p>
            <a:r>
              <a:t> Make each step return structured output.</a:t>
            </a:r>
          </a:p>
          <a:p>
            <a:r>
              <a:t> Add fallbacks and a human review gate.</a:t>
            </a:r>
          </a:p>
          <a:p>
            <a:r>
              <a:t> Run the sample requests.</a:t>
            </a:r>
          </a:p>
          <a:p>
            <a:r>
              <a:t> Save the reusable prompt chain.</a:t>
            </a:r>
          </a:p>
          <a:p>
            <a:r>
              <a:rPr b="1"/>
              <a:t> Deliverable:</a:t>
            </a:r>
            <a:r>
              <a:t> chain design, three prompts, sample outputs, and the review flag.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378298</TotalTime>
  <Words>980</Words>
  <Application>Microsoft Macintosh PowerPoint</Application>
  <PresentationFormat>Custom</PresentationFormat>
  <Paragraphs>211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Prompt Engineering for Automation</vt:lpstr>
      <vt:lpstr>Why This Module</vt:lpstr>
      <vt:lpstr>Anatomy of a Strong Prompt — Six Parts</vt:lpstr>
      <vt:lpstr>The Six Parts, One at a Time</vt:lpstr>
      <vt:lpstr>Worked Example — Bad → Better → Best</vt:lpstr>
      <vt:lpstr>What "Best" Actually Returns</vt:lpstr>
      <vt:lpstr>Prompt Parameters — The Dials Inside the Instruction</vt:lpstr>
      <vt:lpstr>Role-Based Prompts for Consistent, On-Brand Output</vt:lpstr>
      <vt:lpstr>Separate Your Instructions From Your Data</vt:lpstr>
      <vt:lpstr>Ask for Structured Output — The Heart of Automation</vt:lpstr>
      <vt:lpstr>Structured Output — Make It Machine-Readable</vt:lpstr>
      <vt:lpstr>Say What to Do When the Assumption Fails</vt:lpstr>
      <vt:lpstr>Show It an Example or Two (Few-Shot)</vt:lpstr>
      <vt:lpstr>Grounding — Answers From the Source, Not the Guess</vt:lpstr>
      <vt:lpstr>Advanced Prompting — Chains and Multi-Step Tasks</vt:lpstr>
      <vt:lpstr>Designing the Hand-Offs</vt:lpstr>
      <vt:lpstr>Worked Chain — Support Request → Structured Draft</vt:lpstr>
      <vt:lpstr>Worked Chain — Steps 2 and 3</vt:lpstr>
      <vt:lpstr>Give the Model Time to Think — Spell Out the Steps</vt:lpstr>
      <vt:lpstr>Let It Solve Before It Judges</vt:lpstr>
      <vt:lpstr>Five Jobs Prompts Do Every Day</vt:lpstr>
      <vt:lpstr>Infer — Structured Meaning in One Call</vt:lpstr>
      <vt:lpstr>Expand — Keep the Human in the Loop</vt:lpstr>
      <vt:lpstr>Set the Role Once — the "System" Instruction</vt:lpstr>
      <vt:lpstr>Turn a Recurring Task Into a Reusable, Parameterized Prompt</vt:lpstr>
      <vt:lpstr>Prompt-for-Automation — Cheat Sheet</vt:lpstr>
      <vt:lpstr>Live Prompt Writing and Feedback</vt:lpstr>
      <vt:lpstr>Lab 02 - Build a Multi-Step Prompt Chain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2026-08-31T04:41:01Z</dcterms:modified>
</cp:coreProperties>
</file>