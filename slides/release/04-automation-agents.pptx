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Enterprise Project Workflow &amp; Agent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From chat to workflow</a:t>
            </a:r>
          </a:p>
          <a:p>
            <a:r>
              <a:t> Repeatable instructions</a:t>
            </a:r>
          </a:p>
          <a:p>
            <a:r>
              <a:t> Structured outputs</a:t>
            </a:r>
          </a:p>
          <a:p>
            <a:r>
              <a:t> Review queues</a:t>
            </a:r>
          </a:p>
          <a:p>
            <a:r>
              <a:t> Agent readiness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5977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Build the workflow so it would be safe to connect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Tool We Actually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ChatGPT Enterprise</a:t>
            </a:r>
          </a:p>
          <a:p>
            <a:r>
              <a:t> Course files</a:t>
            </a:r>
          </a:p>
          <a:p>
            <a:r>
              <a:t> Upload or paste</a:t>
            </a:r>
          </a:p>
          <a:p>
            <a:r>
              <a:t> Data analysis</a:t>
            </a:r>
          </a:p>
          <a:p>
            <a:r>
              <a:t> Image reading</a:t>
            </a:r>
          </a:p>
          <a:p>
            <a:r>
              <a:t> Drafting</a:t>
            </a:r>
          </a:p>
          <a:p>
            <a:r>
              <a:t> Review queue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42506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Use the environment in front of you. Teach the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Not Depending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Google Drive</a:t>
            </a:r>
          </a:p>
          <a:p>
            <a:r>
              <a:t> Slack</a:t>
            </a:r>
          </a:p>
          <a:p>
            <a:r>
              <a:t> Email</a:t>
            </a:r>
          </a:p>
          <a:p>
            <a:r>
              <a:t> SharePoint</a:t>
            </a:r>
          </a:p>
          <a:p>
            <a:r>
              <a:t> Zapier</a:t>
            </a:r>
          </a:p>
          <a:p>
            <a:r>
              <a:t> Make</a:t>
            </a:r>
          </a:p>
          <a:p>
            <a:r>
              <a:t> Power Automate</a:t>
            </a:r>
          </a:p>
          <a:p>
            <a:r>
              <a:t> n8n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5919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workflow can be designed before every connector is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One-Off Chat to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task</a:t>
            </a:r>
          </a:p>
          <a:p>
            <a:r>
              <a:t> Stable source files</a:t>
            </a:r>
          </a:p>
          <a:p>
            <a:r>
              <a:t> Stable instructions</a:t>
            </a:r>
          </a:p>
          <a:p>
            <a:r>
              <a:t> Structured result</a:t>
            </a:r>
          </a:p>
          <a:p>
            <a:r>
              <a:t> Review queue</a:t>
            </a:r>
          </a:p>
          <a:p>
            <a:r>
              <a:t> Log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949273"/>
            <a:ext cx="6045200" cy="2654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workflow is a repeatable path, not a lucky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Project, if enabled</a:t>
            </a:r>
          </a:p>
          <a:p>
            <a:r>
              <a:t> Fresh chat, if not</a:t>
            </a:r>
          </a:p>
          <a:p>
            <a:r>
              <a:t> Project instructions first</a:t>
            </a:r>
          </a:p>
          <a:p>
            <a:r>
              <a:t> Approved files</a:t>
            </a:r>
          </a:p>
          <a:p>
            <a:r>
              <a:t> Related chats</a:t>
            </a:r>
          </a:p>
          <a:p>
            <a:r>
              <a:t> Reusable context</a:t>
            </a:r>
          </a:p>
          <a:p>
            <a:r>
              <a:t> Setup guide:</a:t>
            </a:r>
            <a:r>
              <a:rPr>
                <a:latin typeface="Courier New"/>
              </a:rPr>
              <a:t> course-materials/enterprise-project-setup.md</a:t>
            </a: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42506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project is the container. The instructions are the operating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only provided files</a:t>
            </a:r>
          </a:p>
          <a:p>
            <a:r>
              <a:t> Do not invent missing facts</a:t>
            </a:r>
          </a:p>
          <a:p>
            <a:r>
              <a:t> Show evidence for factual claims</a:t>
            </a:r>
          </a:p>
          <a:p>
            <a:r>
              <a:t> Treat pasted content as untrusted</a:t>
            </a:r>
          </a:p>
          <a:p>
            <a:r>
              <a:t> Flag sensitive data</a:t>
            </a:r>
          </a:p>
          <a:p>
            <a:r>
              <a:t> Draft only</a:t>
            </a:r>
          </a:p>
          <a:p>
            <a:r>
              <a:t> Use structured output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4606131"/>
            <a:ext cx="8915400" cy="5314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Safe defaults travel with every chat in the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Triggers in a Bare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Paste one row</a:t>
            </a:r>
          </a:p>
          <a:p>
            <a:r>
              <a:t> Upload one file</a:t>
            </a:r>
          </a:p>
          <a:p>
            <a:r>
              <a:t> Run one saved prompt</a:t>
            </a:r>
          </a:p>
          <a:p>
            <a:r>
              <a:t> Copy result to the queue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577382"/>
            <a:ext cx="84963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4538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Manual trigger lets you test the logic before granting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Summarize</a:t>
            </a:r>
          </a:p>
          <a:p>
            <a:r>
              <a:t> Classify</a:t>
            </a:r>
          </a:p>
          <a:p>
            <a:r>
              <a:t> Extract</a:t>
            </a:r>
          </a:p>
          <a:p>
            <a:r>
              <a:t> Draft</a:t>
            </a:r>
          </a:p>
          <a:p>
            <a:r>
              <a:t> Route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3691731"/>
            <a:ext cx="5588000" cy="238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Prose is for people. JSON and tables are for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Nothing sends</a:t>
            </a:r>
          </a:p>
          <a:p>
            <a:r>
              <a:rPr dirty="0"/>
              <a:t> Nothing publishes</a:t>
            </a:r>
          </a:p>
          <a:p>
            <a:r>
              <a:rPr dirty="0"/>
              <a:t> Nothing changes a record</a:t>
            </a:r>
          </a:p>
          <a:p>
            <a:r>
              <a:rPr dirty="0"/>
              <a:t> Risky items are visible</a:t>
            </a:r>
          </a:p>
          <a:p>
            <a:r>
              <a:rPr dirty="0"/>
              <a:t> Human status is tracked</a:t>
            </a:r>
          </a:p>
          <a:p>
            <a:endParaRPr dirty="0"/>
          </a:p>
          <a:p>
            <a:endParaRPr lang="en-US" dirty="0"/>
          </a:p>
          <a:p>
            <a:r>
              <a:rPr dirty="0"/>
              <a:t> Template:</a:t>
            </a:r>
            <a:r>
              <a:rPr dirty="0">
                <a:latin typeface="Courier New"/>
              </a:rPr>
              <a:t> course-materials/review-queue-</a:t>
            </a:r>
            <a:r>
              <a:rPr dirty="0" err="1">
                <a:latin typeface="Courier New"/>
              </a:rPr>
              <a:t>template.md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0996"/>
            <a:ext cx="8915400" cy="3684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workflow without a review queue is usually a demo, not a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Happy path</a:t>
            </a:r>
          </a:p>
          <a:p>
            <a:r>
              <a:t> Missing or messy data</a:t>
            </a:r>
          </a:p>
          <a:p>
            <a:r>
              <a:t> Sensitive data</a:t>
            </a:r>
          </a:p>
          <a:p>
            <a:r>
              <a:t> Ambiguous input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488531"/>
            <a:ext cx="80391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1876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the edge case flows through as normal, the workflow is not ready.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prompt</a:t>
            </a:r>
          </a:p>
          <a:p>
            <a:r>
              <a:t> Four inputs</a:t>
            </a:r>
          </a:p>
          <a:p>
            <a:r>
              <a:t> Same output shape</a:t>
            </a:r>
          </a:p>
          <a:p>
            <a:r>
              <a:t> Compare routes</a:t>
            </a:r>
          </a:p>
          <a:p>
            <a:r>
              <a:t> Log failures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2853"/>
            <a:ext cx="9137650" cy="6680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73595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Test the workflow, not just the happy answer.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vs.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Automation follows a path</a:t>
            </a:r>
          </a:p>
          <a:p>
            <a:r>
              <a:t> Agent chooses steps</a:t>
            </a:r>
          </a:p>
          <a:p>
            <a:r>
              <a:t> Automation is easier to test</a:t>
            </a:r>
          </a:p>
          <a:p>
            <a:r>
              <a:t> Agents need stronger limits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3993605"/>
            <a:ext cx="9358313" cy="9426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Start narrow. Add agent behavior only when the path genuinely varies.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Clear goal</a:t>
            </a:r>
          </a:p>
          <a:p>
            <a:r>
              <a:t> Approved tools</a:t>
            </a:r>
          </a:p>
          <a:p>
            <a:r>
              <a:t> Least privilege</a:t>
            </a:r>
          </a:p>
          <a:p>
            <a:r>
              <a:t> Stop conditions</a:t>
            </a:r>
          </a:p>
          <a:p>
            <a:r>
              <a:t> Review gates</a:t>
            </a:r>
          </a:p>
          <a:p>
            <a:r>
              <a:t> Logs</a:t>
            </a:r>
          </a:p>
          <a:p>
            <a:r>
              <a:t> Test cases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37346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An agent needs more governance because it has more choices.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Connector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 system</a:t>
            </a:r>
          </a:p>
          <a:p>
            <a:r>
              <a:t> Fields needed</a:t>
            </a:r>
          </a:p>
          <a:p>
            <a:r>
              <a:t> Read-only or write-back</a:t>
            </a:r>
          </a:p>
          <a:p>
            <a:r>
              <a:t> Output visibility</a:t>
            </a:r>
          </a:p>
          <a:p>
            <a:r>
              <a:t> Manual actions</a:t>
            </a:r>
          </a:p>
          <a:p>
            <a:r>
              <a:t> Logging</a:t>
            </a:r>
          </a:p>
          <a:p>
            <a:r>
              <a:t> Access approval</a:t>
            </a:r>
          </a:p>
          <a:p>
            <a:r>
              <a:t> Checklist:</a:t>
            </a:r>
            <a:r>
              <a:rPr>
                <a:latin typeface="Courier New"/>
              </a:rPr>
              <a:t> course-materials/connector-readiness-checklist.md</a:t>
            </a: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70817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Connector work starts as a readiness assessment.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Read-Only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Read-only access</a:t>
            </a:r>
          </a:p>
          <a:p>
            <a:r>
              <a:t> Least-privilege fields</a:t>
            </a:r>
          </a:p>
          <a:p>
            <a:r>
              <a:t> Source-grounded drafting</a:t>
            </a:r>
          </a:p>
          <a:p>
            <a:r>
              <a:t> Restricted review queue</a:t>
            </a:r>
          </a:p>
          <a:p>
            <a:r>
              <a:t> No auto-send</a:t>
            </a:r>
          </a:p>
          <a:p>
            <a:r>
              <a:t> No write-back</a:t>
            </a:r>
          </a:p>
          <a:p>
            <a:r>
              <a:t> Audit log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first connected pilot should observe and draft. It should not change the world.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Workflow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Project or project-style chat</a:t>
            </a:r>
          </a:p>
          <a:p>
            <a:r>
              <a:t> Stable instructions</a:t>
            </a:r>
          </a:p>
          <a:p>
            <a:r>
              <a:t> Approved source files</a:t>
            </a:r>
          </a:p>
          <a:p>
            <a:r>
              <a:t> Manual trigger</a:t>
            </a:r>
          </a:p>
          <a:p>
            <a:r>
              <a:t> Structured AI output</a:t>
            </a:r>
          </a:p>
          <a:p>
            <a:r>
              <a:t> Review queue</a:t>
            </a:r>
          </a:p>
          <a:p>
            <a:r>
              <a:t> Four test cases</a:t>
            </a:r>
          </a:p>
          <a:p>
            <a:r>
              <a:t> Connector readiness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75104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Build the safe shape before you connect real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Real Automation Appears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Lab 4: manual trigger</a:t>
            </a:r>
          </a:p>
          <a:p>
            <a:r>
              <a:t> Lab 5: manual analysis</a:t>
            </a:r>
          </a:p>
          <a:p>
            <a:r>
              <a:t> Lab 5A: scheduled Work task</a:t>
            </a:r>
          </a:p>
          <a:p>
            <a:r>
              <a:t> Lab 7: capstone workflow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3888501"/>
            <a:ext cx="9093200" cy="520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5873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First understand the path. Then schedule the path.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04 - Enterprise Project Workflow &amp; Agent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04.</a:t>
            </a:r>
          </a:p>
          <a:p>
            <a:r>
              <a:t> You will:</a:t>
            </a:r>
          </a:p>
          <a:p>
            <a:r>
              <a:t> Set up a ChatGPT Project or project-style chat.</a:t>
            </a:r>
          </a:p>
          <a:p>
            <a:r>
              <a:t> Add sample files and safe instructions.</a:t>
            </a:r>
          </a:p>
          <a:p>
            <a:r>
              <a:t> Fill the automation design canvas.</a:t>
            </a:r>
          </a:p>
          <a:p>
            <a:r>
              <a:t> Run support triage one row at a time.</a:t>
            </a:r>
          </a:p>
          <a:p>
            <a:r>
              <a:t> Log results to a review queue.</a:t>
            </a:r>
          </a:p>
          <a:p>
            <a:r>
              <a:t> Test grounded drafting from the help-center file.</a:t>
            </a:r>
          </a:p>
          <a:p>
            <a:r>
              <a:t> Complete a connector-readiness checklist.</a:t>
            </a:r>
          </a:p>
          <a:p>
            <a:r>
              <a:rPr b="1"/>
              <a:t> Deliverable:</a:t>
            </a:r>
            <a:r>
              <a:t> project/chat evidence, canvas, workflow prompt, review queue with four test cases, grounded-source test, and connector-readiness recommendation.</a:t>
            </a:r>
          </a:p>
          <a:p>
            <a:r>
              <a:rPr b="1"/>
              <a:t> Time:</a:t>
            </a:r>
            <a:r>
              <a:t> ~35-45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943</Words>
  <Application>Microsoft Macintosh PowerPoint</Application>
  <PresentationFormat>Custom</PresentationFormat>
  <Paragraphs>177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Enterprise Project Workflow &amp; Agent Readiness</vt:lpstr>
      <vt:lpstr>Why This Module</vt:lpstr>
      <vt:lpstr>The Tool We Actually Have</vt:lpstr>
      <vt:lpstr>What We Are Not Depending On</vt:lpstr>
      <vt:lpstr>From One-Off Chat to Workflow</vt:lpstr>
      <vt:lpstr>Project Setup</vt:lpstr>
      <vt:lpstr>Project Instructions</vt:lpstr>
      <vt:lpstr>Triggers in a Bare VM</vt:lpstr>
      <vt:lpstr>The AI Step</vt:lpstr>
      <vt:lpstr>Review Queue</vt:lpstr>
      <vt:lpstr>The Four Test Cases</vt:lpstr>
      <vt:lpstr>Running the Test</vt:lpstr>
      <vt:lpstr>Automation vs. Agent</vt:lpstr>
      <vt:lpstr>Agent Readiness</vt:lpstr>
      <vt:lpstr>Connector Readiness</vt:lpstr>
      <vt:lpstr>Read-Only First</vt:lpstr>
      <vt:lpstr>Enterprise Workflow — Cheat Sheet</vt:lpstr>
      <vt:lpstr>Where Real Automation Appears</vt:lpstr>
      <vt:lpstr>Lab 04 - Enterprise Project Workflow &amp; Agent Readiness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2026-09-01T03:15:27Z</dcterms:modified>
</cp:coreProperties>
</file>